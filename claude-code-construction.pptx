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EXECUTION SYSTEMS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</a:t>
            </a:r>
            <a:pPr algn="l" indent="0" marL="0">
              <a:buNone/>
            </a:pPr>
            <a:r>
              <a:rPr lang="en-US" sz="54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</a:t>
            </a:r>
            <a:pPr algn="l" indent="0" marL="0">
              <a:buNone/>
            </a:pPr>
            <a:r>
              <a:rPr lang="en-US" sz="5400" b="1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Custom Tools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code. Real problems. Built for construction teams.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1828800" cy="457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Are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break across tools — teams lose context and spend time copy-pasting.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owns the system, but nobody owns the workflow.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RFI, change order, and submittal processes get bottlenecked by manual handoffs.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spreadsheets, emails, and someone's head.</a:t>
            </a:r>
            <a:endParaRPr lang="en-US" sz="1400" dirty="0"/>
          </a:p>
          <a:p>
            <a:pPr algn="l" marL="342900" indent="-342900">
              <a:buSzPct val="100000"/>
              <a:buChar char="•"/>
            </a:pPr>
            <a:r>
              <a:rPr lang="en-US" sz="14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don't have visibility until something goes wrong.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645920"/>
          </a:xfrm>
          <a:prstGeom prst="rect">
            <a:avLst/>
          </a:prstGeom>
          <a:solidFill>
            <a:srgbClr val="131620"/>
          </a:solidFill>
          <a:ln w="25400">
            <a:solidFill>
              <a:srgbClr val="C96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25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Required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Non-technical ops teams build and iterate themselves.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51760" y="1188720"/>
            <a:ext cx="1920240" cy="1645920"/>
          </a:xfrm>
          <a:prstGeom prst="rect">
            <a:avLst/>
          </a:prstGeom>
          <a:solidFill>
            <a:srgbClr val="131620"/>
          </a:solidFill>
          <a:ln w="25400">
            <a:solidFill>
              <a:srgbClr val="C964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325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Problems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88920" y="17830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solve construction problems, not generic workflow problems.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920240" cy="1645920"/>
          </a:xfrm>
          <a:prstGeom prst="rect">
            <a:avLst/>
          </a:prstGeom>
          <a:solidFill>
            <a:srgbClr val="131620"/>
          </a:solidFill>
          <a:ln w="25400">
            <a:solidFill>
              <a:srgbClr val="C964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703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implementation. Custom tools live in your monday.com workspace.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3108960"/>
            <a:ext cx="1920240" cy="1645920"/>
          </a:xfrm>
          <a:prstGeom prst="rect">
            <a:avLst/>
          </a:prstGeom>
          <a:solidFill>
            <a:srgbClr val="131620"/>
          </a:solidFill>
          <a:ln w="25400">
            <a:solidFill>
              <a:srgbClr val="C964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3246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88920" y="37033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framework. Repeatable approach across RFI, CO, Submittals, and more.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Workflows + 12 Prompts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3152" cy="77724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Problem Framing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workflow and map current state.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73152" cy="77724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Builder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custom tool structure in monday.com.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Portals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real-time visibility for field and office teams.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73152" cy="77724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Rollout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the tool with your team.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Workflow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for RFI creation, routing, execution, and closeout. Automatic triggers notify teams. Dashboards show status, age, and ownership. Field crews submit directly from the board.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731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Implementation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20040" cy="32004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188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0" y="13898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design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14900" y="1508760"/>
            <a:ext cx="0" cy="457200"/>
          </a:xfrm>
          <a:prstGeom prst="line">
            <a:avLst/>
          </a:prstGeom>
          <a:noFill/>
          <a:ln w="12700">
            <a:solidFill>
              <a:srgbClr val="7A7E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965960"/>
            <a:ext cx="320040" cy="32004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1965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167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14900" y="2286000"/>
            <a:ext cx="0" cy="457200"/>
          </a:xfrm>
          <a:prstGeom prst="line">
            <a:avLst/>
          </a:prstGeom>
          <a:noFill/>
          <a:ln w="12700">
            <a:solidFill>
              <a:srgbClr val="7A7E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743200"/>
            <a:ext cx="320040" cy="32004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74320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9443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team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14900" y="3063240"/>
            <a:ext cx="0" cy="457200"/>
          </a:xfrm>
          <a:prstGeom prst="line">
            <a:avLst/>
          </a:prstGeom>
          <a:noFill/>
          <a:ln w="12700">
            <a:solidFill>
              <a:srgbClr val="7A7E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520440"/>
            <a:ext cx="320040" cy="320040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3520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37216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RFI, submittals, change orders, or any workflow that's broken right now.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4 weeks, you'll have a custom tool that actually solves the problem.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tell you how to run construction. You do. Our tools execute your judgment at scale.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0" y="4480560"/>
            <a:ext cx="914400" cy="45720"/>
          </a:xfrm>
          <a:prstGeom prst="rect">
            <a:avLst/>
          </a:prstGeom>
          <a:solidFill>
            <a:srgbClr val="C9644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for Construction - Operations Deck</dc:title>
  <dc:subject>PptxGenJS Presentation</dc:subject>
  <dc:creator>Erik Andersson</dc:creator>
  <cp:lastModifiedBy>Erik Andersson</cp:lastModifiedBy>
  <cp:revision>1</cp:revision>
  <dcterms:created xsi:type="dcterms:W3CDTF">2026-03-31T19:12:54Z</dcterms:created>
  <dcterms:modified xsi:type="dcterms:W3CDTF">2026-03-31T19:12:54Z</dcterms:modified>
</cp:coreProperties>
</file>